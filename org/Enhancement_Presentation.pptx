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Low-Light Image Enhancement: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Improved Denoising, Auto-Tuning, and Performance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Original Work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Published in Pattern Recognition journal (2023)</a:t>
            </a:r>
          </a:p>
          <a:p>
            <a:pPr>
              <a:spcAft>
                <a:spcPts val="1200"/>
              </a:spcAft>
              <a:defRPr sz="2200"/>
            </a:pPr>
            <a:r>
              <a:t>Transforms low-light problem into image dehazing problem</a:t>
            </a:r>
          </a:p>
          <a:p>
            <a:pPr>
              <a:spcAft>
                <a:spcPts val="1200"/>
              </a:spcAft>
              <a:defRPr sz="2200"/>
            </a:pPr>
            <a:r>
              <a:t>Uses gamma correction prior in mixed color spaces</a:t>
            </a:r>
          </a:p>
          <a:p>
            <a:pPr>
              <a:spcAft>
                <a:spcPts val="1200"/>
              </a:spcAft>
              <a:defRPr sz="2200"/>
            </a:pPr>
            <a:r>
              <a:t>Pixel-adaptive gamma correction for individual pixel brightness</a:t>
            </a:r>
          </a:p>
          <a:p>
            <a:pPr>
              <a:spcAft>
                <a:spcPts val="1200"/>
              </a:spcAft>
              <a:defRPr sz="2200"/>
            </a:pPr>
            <a:r>
              <a:t>Based on Dark Channel Prior from dehazing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Original Pipeline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1. Load image and convert to floating point (0-1 range)</a:t>
            </a:r>
          </a:p>
          <a:p>
            <a:pPr>
              <a:spcAft>
                <a:spcPts val="1200"/>
              </a:spcAft>
              <a:defRPr sz="2200"/>
            </a:pPr>
            <a:r>
              <a:t>2. Apply Gaussian blur for basic denoising</a:t>
            </a:r>
          </a:p>
          <a:p>
            <a:pPr>
              <a:spcAft>
                <a:spcPts val="1200"/>
              </a:spcAft>
              <a:defRPr sz="2200"/>
            </a:pPr>
            <a:r>
              <a:t>3. Compute atmospheric light using Dark Channel Prior</a:t>
            </a:r>
          </a:p>
          <a:p>
            <a:pPr>
              <a:spcAft>
                <a:spcPts val="1200"/>
              </a:spcAft>
              <a:defRPr sz="2200"/>
            </a:pPr>
            <a:r>
              <a:t>4. Normalize image by dividing with atmospheric light</a:t>
            </a:r>
          </a:p>
          <a:p>
            <a:pPr>
              <a:spcAft>
                <a:spcPts val="1200"/>
              </a:spcAft>
              <a:defRPr sz="2200"/>
            </a:pPr>
            <a:r>
              <a:t>5. Apply fixed gamma_max=6.0 for all images</a:t>
            </a:r>
          </a:p>
          <a:p>
            <a:pPr>
              <a:spcAft>
                <a:spcPts val="1200"/>
              </a:spcAft>
              <a:defRPr sz="2200"/>
            </a:pPr>
            <a:r>
              <a:t>6. Estimate transmission map and recover enhanced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Limitations of Original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Gaussian blur denoising: Too weak for noisy low-light images</a:t>
            </a:r>
          </a:p>
          <a:p>
            <a:pPr>
              <a:spcAft>
                <a:spcPts val="1200"/>
              </a:spcAft>
              <a:defRPr sz="2200"/>
            </a:pPr>
            <a:r>
              <a:t>Fixed gamma_max=6.0: May over/under-enhance depending on image</a:t>
            </a:r>
          </a:p>
          <a:p>
            <a:pPr>
              <a:spcAft>
                <a:spcPts val="1200"/>
              </a:spcAft>
              <a:defRPr sz="2200"/>
            </a:pPr>
            <a:r>
              <a:t>No consideration for image-specific noise levels</a:t>
            </a:r>
          </a:p>
          <a:p>
            <a:pPr>
              <a:spcAft>
                <a:spcPts val="1200"/>
              </a:spcAft>
              <a:defRPr sz="2200"/>
            </a:pPr>
            <a:r>
              <a:t>No brightness-adaptive parameter tuning</a:t>
            </a:r>
          </a:p>
          <a:p>
            <a:pPr>
              <a:spcAft>
                <a:spcPts val="1200"/>
              </a:spcAft>
              <a:defRPr sz="2200"/>
            </a:pPr>
            <a:r>
              <a:t>Processing speed not optimized for large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Enhancement 1: Improved Noise Removal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Combined Non-Local Means + Edge-Preserving Bilateral Filter</a:t>
            </a:r>
          </a:p>
          <a:p>
            <a:pPr>
              <a:spcAft>
                <a:spcPts val="1200"/>
              </a:spcAft>
              <a:defRPr sz="2200"/>
            </a:pPr>
            <a:r>
              <a:t>Automatic noise level estimation per image</a:t>
            </a:r>
          </a:p>
          <a:p>
            <a:pPr>
              <a:spcAft>
                <a:spcPts val="1200"/>
              </a:spcAft>
              <a:defRPr sz="2200"/>
            </a:pPr>
            <a:r>
              <a:t>Adaptive denoising strength based on image characteristics</a:t>
            </a:r>
          </a:p>
          <a:p>
            <a:pPr>
              <a:spcAft>
                <a:spcPts val="1200"/>
              </a:spcAft>
              <a:defRPr sz="2200"/>
            </a:pPr>
            <a:r>
              <a:t>Parameters: denoise_h auto-tuned (5-22), bilateral filter applied</a:t>
            </a:r>
          </a:p>
          <a:p>
            <a:pPr>
              <a:spcAft>
                <a:spcPts val="1200"/>
              </a:spcAft>
              <a:defRPr sz="2200"/>
            </a:pPr>
            <a:r>
              <a:t>Reduces noise without flattening image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Enhancement 2: Automatic 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gamma_max now acts as upper bound, not fixed value</a:t>
            </a:r>
          </a:p>
          <a:p>
            <a:pPr>
              <a:spcAft>
                <a:spcPts val="1200"/>
              </a:spcAft>
              <a:defRPr sz="2200"/>
            </a:pPr>
            <a:r>
              <a:t>Per-image brightness and contrast analysis</a:t>
            </a:r>
          </a:p>
          <a:p>
            <a:pPr>
              <a:spcAft>
                <a:spcPts val="1200"/>
              </a:spcAft>
              <a:defRPr sz="2200"/>
            </a:pPr>
            <a:r>
              <a:t>Darkness factor calculated from histogram analysis</a:t>
            </a:r>
          </a:p>
          <a:p>
            <a:pPr>
              <a:spcAft>
                <a:spcPts val="1200"/>
              </a:spcAft>
              <a:defRPr sz="2200"/>
            </a:pPr>
            <a:r>
              <a:t>Noise factor from Laplacian variance estimation</a:t>
            </a:r>
          </a:p>
          <a:p>
            <a:pPr>
              <a:spcAft>
                <a:spcPts val="1200"/>
              </a:spcAft>
              <a:defRPr sz="2200"/>
            </a:pPr>
            <a:r>
              <a:t>Gamma auto-tuned between 1.0 and gamma_max per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Enhancement 3: Faster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Replaced skimage.morphology.erosion with cv2.erode</a:t>
            </a:r>
          </a:p>
          <a:p>
            <a:pPr>
              <a:spcAft>
                <a:spcPts val="1200"/>
              </a:spcAft>
              <a:defRPr sz="2200"/>
            </a:pPr>
            <a:r>
              <a:t>Removed Python channel loops - vectorized operations</a:t>
            </a:r>
          </a:p>
          <a:p>
            <a:pPr>
              <a:spcAft>
                <a:spcPts val="1200"/>
              </a:spcAft>
              <a:defRPr sz="2200"/>
            </a:pPr>
            <a:r>
              <a:t>Large image optimization: downsample estimation branch</a:t>
            </a:r>
          </a:p>
          <a:p>
            <a:pPr>
              <a:spcAft>
                <a:spcPts val="1200"/>
              </a:spcAft>
              <a:defRPr sz="2200"/>
            </a:pPr>
            <a:r>
              <a:t>Target resolution ~960K pixels for speed without quality loss</a:t>
            </a:r>
          </a:p>
          <a:p>
            <a:pPr>
              <a:spcAft>
                <a:spcPts val="1200"/>
              </a:spcAft>
              <a:defRPr sz="2200"/>
            </a:pPr>
            <a:r>
              <a:t>OpenCV optimizations enabled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Technical: Noise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Uses Laplacian high-pass filter for noise detection</a:t>
            </a:r>
          </a:p>
          <a:p>
            <a:pPr>
              <a:spcAft>
                <a:spcPts val="1200"/>
              </a:spcAft>
              <a:defRPr sz="2200"/>
            </a:pPr>
            <a:r>
              <a:t>Variance of Laplacian indicates noise level</a:t>
            </a:r>
          </a:p>
          <a:p>
            <a:pPr>
              <a:spcAft>
                <a:spcPts val="1200"/>
              </a:spcAft>
              <a:defRPr sz="2200"/>
            </a:pPr>
            <a:r>
              <a:t>Formula: sigma = MAD(Laplacian) / 0.6745</a:t>
            </a:r>
          </a:p>
          <a:p>
            <a:pPr>
              <a:spcAft>
                <a:spcPts val="1200"/>
              </a:spcAft>
              <a:defRPr sz="2200"/>
            </a:pPr>
            <a:r>
              <a:t>Results in noise_factor [0, 1] range</a:t>
            </a:r>
          </a:p>
          <a:p>
            <a:pPr>
              <a:spcAft>
                <a:spcPts val="1200"/>
              </a:spcAft>
              <a:defRPr sz="2200"/>
            </a:pPr>
            <a:r>
              <a:t>Combined with darkness_factor for adaptive denoising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Technical: Auto Gamma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gamma_max is now a cap, not a fixed value</a:t>
            </a:r>
          </a:p>
          <a:p>
            <a:pPr>
              <a:spcAft>
                <a:spcPts val="1200"/>
              </a:spcAft>
              <a:defRPr sz="2200"/>
            </a:pPr>
            <a:r>
              <a:t>darkness_factor = 1 - mean_intensity</a:t>
            </a:r>
          </a:p>
          <a:p>
            <a:pPr>
              <a:spcAft>
                <a:spcPts val="1200"/>
              </a:spcAft>
              <a:defRPr sz="2200"/>
            </a:pPr>
            <a:r>
              <a:t>tuned_gamma = 1.0 + gamma_drive * darkness_factor</a:t>
            </a:r>
          </a:p>
          <a:p>
            <a:pPr>
              <a:spcAft>
                <a:spcPts val="1200"/>
              </a:spcAft>
              <a:defRPr sz="2200"/>
            </a:pPr>
            <a:r>
              <a:t>gamma_drive = noise_factor + 0.5 * darkness_factor</a:t>
            </a:r>
          </a:p>
          <a:p>
            <a:pPr>
              <a:spcAft>
                <a:spcPts val="1200"/>
              </a:spcAft>
              <a:defRPr sz="2200"/>
            </a:pPr>
            <a:r>
              <a:t>Always ensures some enhancement (minimum ~1.15)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Technical: Speed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INTER_AREA downsampling for quality preservation</a:t>
            </a:r>
          </a:p>
          <a:p>
            <a:pPr>
              <a:spcAft>
                <a:spcPts val="1200"/>
              </a:spcAft>
              <a:defRPr sz="2200"/>
            </a:pPr>
            <a:r>
              <a:t>Scale factor = sqrt(960000 / total_pixels) if large</a:t>
            </a:r>
          </a:p>
          <a:p>
            <a:pPr>
              <a:spcAft>
                <a:spcPts val="1200"/>
              </a:spcAft>
              <a:defRPr sz="2200"/>
            </a:pPr>
            <a:r>
              <a:t>Transmap resized back to full resolution after estimation</a:t>
            </a:r>
          </a:p>
          <a:p>
            <a:pPr>
              <a:spcAft>
                <a:spcPts val="1200"/>
              </a:spcAft>
              <a:defRPr sz="2200"/>
            </a:pPr>
            <a:r>
              <a:t>Parallel-friendly code structure (ThreadPoolExecutor ready)</a:t>
            </a:r>
          </a:p>
          <a:p>
            <a:pPr>
              <a:spcAft>
                <a:spcPts val="1200"/>
              </a:spcAft>
              <a:defRPr sz="2200"/>
            </a:pPr>
            <a:r>
              <a:t>cv2.setUseOptimized(True) for faster OpenCV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Performance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Sample image (400x600): ~0.49 seconds processing</a:t>
            </a:r>
          </a:p>
          <a:p>
            <a:pPr>
              <a:spcAft>
                <a:spcPts val="1200"/>
              </a:spcAft>
              <a:defRPr sz="2200"/>
            </a:pPr>
            <a:r>
              <a:t>Auto-tuned parameters logged per image</a:t>
            </a:r>
          </a:p>
          <a:p>
            <a:pPr>
              <a:spcAft>
                <a:spcPts val="1200"/>
              </a:spcAft>
              <a:defRPr sz="2200"/>
            </a:pPr>
            <a:r>
              <a:t>gamma_max=5.28 instead of fixed 6.0 (per-image adaptation)</a:t>
            </a:r>
          </a:p>
          <a:p>
            <a:pPr>
              <a:spcAft>
                <a:spcPts val="1200"/>
              </a:spcAft>
              <a:defRPr sz="2200"/>
            </a:pPr>
            <a:r>
              <a:t>denoise_h=14 (adapted to noise level)</a:t>
            </a:r>
          </a:p>
          <a:p>
            <a:pPr>
              <a:spcAft>
                <a:spcPts val="1200"/>
              </a:spcAft>
              <a:defRPr sz="2200"/>
            </a:pPr>
            <a:r>
              <a:t>scale=1.0 for small images (no downsampling needed)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Backward Compatibility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Default gamma_max=6.0 preserved</a:t>
            </a:r>
          </a:p>
          <a:p>
            <a:pPr>
              <a:spcAft>
                <a:spcPts val="1200"/>
              </a:spcAft>
              <a:defRPr sz="2200"/>
            </a:pPr>
            <a:r>
              <a:t>Existing CLI commands work unchanged</a:t>
            </a:r>
          </a:p>
          <a:p>
            <a:pPr>
              <a:spcAft>
                <a:spcPts val="1200"/>
              </a:spcAft>
              <a:defRPr sz="2200"/>
            </a:pPr>
            <a:r>
              <a:t>enhance_image(img, 6.0) behaves as before if desired</a:t>
            </a:r>
          </a:p>
          <a:p>
            <a:pPr>
              <a:spcAft>
                <a:spcPts val="1200"/>
              </a:spcAft>
              <a:defRPr sz="2200"/>
            </a:pPr>
            <a:r>
              <a:t>return_details=False maintains original interface</a:t>
            </a:r>
          </a:p>
          <a:p>
            <a:pPr>
              <a:spcAft>
                <a:spcPts val="1200"/>
              </a:spcAft>
              <a:defRPr sz="2200"/>
            </a:pPr>
            <a:r>
              <a:t>All original parameters still configurable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Summary of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Better denoising: Combined NLM + bilateral, auto-tuned strength</a:t>
            </a:r>
          </a:p>
          <a:p>
            <a:pPr>
              <a:spcAft>
                <a:spcPts val="1200"/>
              </a:spcAft>
              <a:defRPr sz="2200"/>
            </a:pPr>
            <a:r>
              <a:t>Smarter parameters: Per-image gamma adaptation</a:t>
            </a:r>
          </a:p>
          <a:p>
            <a:pPr>
              <a:spcAft>
                <a:spcPts val="1200"/>
              </a:spcAft>
              <a:defRPr sz="2200"/>
            </a:pPr>
            <a:r>
              <a:t>Faster execution: Vectorization + large image optimization</a:t>
            </a:r>
          </a:p>
          <a:p>
            <a:pPr>
              <a:spcAft>
                <a:spcPts val="1200"/>
              </a:spcAft>
              <a:defRPr sz="2200"/>
            </a:pPr>
            <a:r>
              <a:t>Maintains compatibility with existing workflows</a:t>
            </a:r>
          </a:p>
          <a:p>
            <a:pPr>
              <a:spcAft>
                <a:spcPts val="1200"/>
              </a:spcAft>
              <a:defRPr sz="2200"/>
            </a:pPr>
            <a:r>
              <a:t>Prints tuned parameters for transparency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Low-Light Image Enhancement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