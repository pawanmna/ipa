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437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Low-Light Image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Using Pixel-Adaptive Gamma Correction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This project implements a low-light image enhancement technique</a:t>
            </a:r>
          </a:p>
          <a:p>
            <a:pPr>
              <a:spcAft>
                <a:spcPts val="1200"/>
              </a:spcAft>
              <a:defRPr sz="2200"/>
            </a:pPr>
            <a:r>
              <a:t>Published in Pattern Recognition journal (2023)</a:t>
            </a:r>
          </a:p>
          <a:p>
            <a:pPr>
              <a:spcAft>
                <a:spcPts val="1200"/>
              </a:spcAft>
              <a:defRPr sz="2200"/>
            </a:pPr>
            <a:r>
              <a:t>Key idea: Transform low-light problem into image dehazing problem</a:t>
            </a:r>
          </a:p>
          <a:p>
            <a:pPr>
              <a:spcAft>
                <a:spcPts val="1200"/>
              </a:spcAft>
              <a:defRPr sz="2200"/>
            </a:pPr>
            <a:r>
              <a:t>Uses gamma correction prior in mixed color spaces</a:t>
            </a:r>
          </a:p>
          <a:p>
            <a:pPr>
              <a:spcAft>
                <a:spcPts val="1200"/>
              </a:spcAft>
              <a:defRPr sz="2200"/>
            </a:pPr>
            <a:r>
              <a:t>Achieves better results by adapting to each pixel individually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Dark Channel Prior: Used to estimate atmospheric light in dehazing</a:t>
            </a:r>
          </a:p>
          <a:p>
            <a:pPr>
              <a:spcAft>
                <a:spcPts val="1200"/>
              </a:spcAft>
              <a:defRPr sz="2200"/>
            </a:pPr>
            <a:r>
              <a:t>Gamma Correction: Non-linear transformation to adjust brightness</a:t>
            </a:r>
          </a:p>
          <a:p>
            <a:pPr>
              <a:spcAft>
                <a:spcPts val="1200"/>
              </a:spcAft>
              <a:defRPr sz="2200"/>
            </a:pPr>
            <a:r>
              <a:t>Transmission Map: Estimates how much light reaches the camera</a:t>
            </a:r>
          </a:p>
          <a:p>
            <a:pPr>
              <a:spcAft>
                <a:spcPts val="1200"/>
              </a:spcAft>
              <a:defRPr sz="2200"/>
            </a:pPr>
            <a:r>
              <a:t>Retinex Theory: Models human visual system for color perception</a:t>
            </a:r>
          </a:p>
          <a:p>
            <a:pPr>
              <a:spcAft>
                <a:spcPts val="1200"/>
              </a:spcAft>
              <a:defRPr sz="2200"/>
            </a:pPr>
            <a:r>
              <a:t>Normalization: Scales pixel values to consistent 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1: Image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Input image is read from disk in color format</a:t>
            </a:r>
          </a:p>
          <a:p>
            <a:pPr>
              <a:spcAft>
                <a:spcPts val="1200"/>
              </a:spcAft>
              <a:defRPr sz="2200"/>
            </a:pPr>
            <a:r>
              <a:t>Pixel values converted from 0-255 to 0-1 floating point</a:t>
            </a:r>
          </a:p>
          <a:p>
            <a:pPr>
              <a:spcAft>
                <a:spcPts val="1200"/>
              </a:spcAft>
              <a:defRPr sz="2200"/>
            </a:pPr>
            <a:r>
              <a:t>Gaussian blur applied to create a denoised version</a:t>
            </a:r>
          </a:p>
          <a:p>
            <a:pPr>
              <a:spcAft>
                <a:spcPts val="1200"/>
              </a:spcAft>
              <a:defRPr sz="2200"/>
            </a:pPr>
            <a:r>
              <a:t>This denoised image helps in accurate light estimation</a:t>
            </a:r>
          </a:p>
          <a:p>
            <a:pPr>
              <a:spcAft>
                <a:spcPts val="1200"/>
              </a:spcAft>
              <a:defRPr sz="2200"/>
            </a:pPr>
            <a:r>
              <a:t>Process: i2f() converts integer to float, f2i() converts 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2: Computing Atmospheric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Uses Dark Channel Prior method from dehazing research</a:t>
            </a:r>
          </a:p>
          <a:p>
            <a:pPr>
              <a:spcAft>
                <a:spcPts val="1200"/>
              </a:spcAft>
              <a:defRPr sz="2200"/>
            </a:pPr>
            <a:r>
              <a:t>Finds the darkest pixel in each local neighborhood</a:t>
            </a:r>
          </a:p>
          <a:p>
            <a:pPr>
              <a:spcAft>
                <a:spcPts val="1200"/>
              </a:spcAft>
              <a:defRPr sz="2200"/>
            </a:pPr>
            <a:r>
              <a:t>Selects top 0.1% brightest pixels from dark channel</a:t>
            </a:r>
          </a:p>
          <a:p>
            <a:pPr>
              <a:spcAft>
                <a:spcPts val="1200"/>
              </a:spcAft>
              <a:defRPr sz="2200"/>
            </a:pPr>
            <a:r>
              <a:t>Calculates median RGB values of these bright pixels</a:t>
            </a:r>
          </a:p>
          <a:p>
            <a:pPr>
              <a:spcAft>
                <a:spcPts val="1200"/>
              </a:spcAft>
              <a:defRPr sz="2200"/>
            </a:pPr>
            <a:r>
              <a:t>This represents the atmospheric light 'A' in the scene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3: Image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Divide each color channel by atmospheric light value</a:t>
            </a:r>
          </a:p>
          <a:p>
            <a:pPr>
              <a:spcAft>
                <a:spcPts val="1200"/>
              </a:spcAft>
              <a:defRPr sz="2200"/>
            </a:pPr>
            <a:r>
              <a:t>This normalizes the image based on lighting conditions</a:t>
            </a:r>
          </a:p>
          <a:p>
            <a:pPr>
              <a:spcAft>
                <a:spcPts val="1200"/>
              </a:spcAft>
              <a:defRPr sz="2200"/>
            </a:pPr>
            <a:r>
              <a:t>After normalization, bright areas become more prominent</a:t>
            </a:r>
          </a:p>
          <a:p>
            <a:pPr>
              <a:spcAft>
                <a:spcPts val="1200"/>
              </a:spcAft>
              <a:defRPr sz="2200"/>
            </a:pPr>
            <a:r>
              <a:t>Normalization function scales each channel independently</a:t>
            </a:r>
          </a:p>
          <a:p>
            <a:pPr>
              <a:spcAft>
                <a:spcPts val="1200"/>
              </a:spcAft>
              <a:defRPr sz="2200"/>
            </a:pPr>
            <a:r>
              <a:t>Ensures all values stay within 0 to 1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4: Pixel-Adaptive Gamma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Gamma correction adjusts image brightness non-linearly</a:t>
            </a:r>
          </a:p>
          <a:p>
            <a:pPr>
              <a:spcAft>
                <a:spcPts val="1200"/>
              </a:spcAft>
              <a:defRPr sz="2200"/>
            </a:pPr>
            <a:r>
              <a:t>Traditional gamma uses single value for entire image</a:t>
            </a:r>
          </a:p>
          <a:p>
            <a:pPr>
              <a:spcAft>
                <a:spcPts val="1200"/>
              </a:spcAft>
              <a:defRPr sz="2200"/>
            </a:pPr>
            <a:r>
              <a:t>This method adapts gamma value for each pixel</a:t>
            </a:r>
          </a:p>
          <a:p>
            <a:pPr>
              <a:spcAft>
                <a:spcPts val="1200"/>
              </a:spcAft>
              <a:defRPr sz="2200"/>
            </a:pPr>
            <a:r>
              <a:t>Uses exponential function based on maximum pixel intensity</a:t>
            </a:r>
          </a:p>
          <a:p>
            <a:pPr>
              <a:spcAft>
                <a:spcPts val="1200"/>
              </a:spcAft>
              <a:defRPr sz="2200"/>
            </a:pPr>
            <a:r>
              <a:t>Gamma ranges from 1 (no change) to gamma_max (maximum adjustment)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5: Estimating Transmission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Transmission map indicates how much light passes through</a:t>
            </a:r>
          </a:p>
          <a:p>
            <a:pPr>
              <a:spcAft>
                <a:spcPts val="1200"/>
              </a:spcAft>
              <a:defRPr sz="2200"/>
            </a:pPr>
            <a:r>
              <a:t>Higher transmission means less atmospheric interference</a:t>
            </a:r>
          </a:p>
          <a:p>
            <a:pPr>
              <a:spcAft>
                <a:spcPts val="1200"/>
              </a:spcAft>
              <a:defRPr sz="2200"/>
            </a:pPr>
            <a:r>
              <a:t>Calculated using intensity and maximum color values</a:t>
            </a:r>
          </a:p>
          <a:p>
            <a:pPr>
              <a:spcAft>
                <a:spcPts val="1200"/>
              </a:spcAft>
              <a:defRPr sz="2200"/>
            </a:pPr>
            <a:r>
              <a:t>Before and after gamma correction are compared</a:t>
            </a:r>
          </a:p>
          <a:p>
            <a:pPr>
              <a:spcAft>
                <a:spcPts val="1200"/>
              </a:spcAft>
              <a:defRPr sz="2200"/>
            </a:pPr>
            <a:r>
              <a:t>Minimum transmission limited to 0.1 to prevent artifacts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6: Recovering Enhanced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Uses formula similar to image dehazing</a:t>
            </a:r>
          </a:p>
          <a:p>
            <a:pPr>
              <a:spcAft>
                <a:spcPts val="1200"/>
              </a:spcAft>
              <a:defRPr sz="2200"/>
            </a:pPr>
            <a:r>
              <a:t>Reverses the atmospheric scattering model</a:t>
            </a:r>
          </a:p>
          <a:p>
            <a:pPr>
              <a:spcAft>
                <a:spcPts val="1200"/>
              </a:spcAft>
              <a:defRPr sz="2200"/>
            </a:pPr>
            <a:r>
              <a:t>Combines original image, transmission map, and atmospheric light</a:t>
            </a:r>
          </a:p>
          <a:p>
            <a:pPr>
              <a:spcAft>
                <a:spcPts val="1200"/>
              </a:spcAft>
              <a:defRPr sz="2200"/>
            </a:pPr>
            <a:r>
              <a:t>Recover function applies the recovery equation</a:t>
            </a:r>
          </a:p>
          <a:p>
            <a:pPr>
              <a:spcAft>
                <a:spcPts val="1200"/>
              </a:spcAft>
              <a:defRPr sz="2200"/>
            </a:pPr>
            <a:r>
              <a:t>Output clipped to valid range 0-1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7: Final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Percentile-based adjustment for better visual quality</a:t>
            </a:r>
          </a:p>
          <a:p>
            <a:pPr>
              <a:spcAft>
                <a:spcPts val="1200"/>
              </a:spcAft>
              <a:defRPr sz="2200"/>
            </a:pPr>
            <a:r>
              <a:t>Uses 99.5th percentile as high value</a:t>
            </a:r>
          </a:p>
          <a:p>
            <a:pPr>
              <a:spcAft>
                <a:spcPts val="1200"/>
              </a:spcAft>
              <a:defRPr sz="2200"/>
            </a:pPr>
            <a:r>
              <a:t>Uses 0.5th percentile as low value</a:t>
            </a:r>
          </a:p>
          <a:p>
            <a:pPr>
              <a:spcAft>
                <a:spcPts val="1200"/>
              </a:spcAft>
              <a:defRPr sz="2200"/>
            </a:pPr>
            <a:r>
              <a:t>Stretches the contrast across the full range</a:t>
            </a:r>
          </a:p>
          <a:p>
            <a:pPr>
              <a:spcAft>
                <a:spcPts val="1200"/>
              </a:spcAft>
              <a:defRPr sz="2200"/>
            </a:pPr>
            <a:r>
              <a:t>Final result saved as output 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Workflow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1. Load and preprocess image (float conversion)</a:t>
            </a:r>
          </a:p>
          <a:p>
            <a:pPr>
              <a:spcAft>
                <a:spcPts val="1200"/>
              </a:spcAft>
              <a:defRPr sz="2200"/>
            </a:pPr>
            <a:r>
              <a:t>2. Compute atmospheric light using dark channel</a:t>
            </a:r>
          </a:p>
          <a:p>
            <a:pPr>
              <a:spcAft>
                <a:spcPts val="1200"/>
              </a:spcAft>
              <a:defRPr sz="2200"/>
            </a:pPr>
            <a:r>
              <a:t>3. Normalize image by dividing with atmospheric light</a:t>
            </a:r>
          </a:p>
          <a:p>
            <a:pPr>
              <a:spcAft>
                <a:spcPts val="1200"/>
              </a:spcAft>
              <a:defRPr sz="2200"/>
            </a:pPr>
            <a:r>
              <a:t>4. Apply pixel-adaptive gamma correction</a:t>
            </a:r>
          </a:p>
          <a:p>
            <a:pPr>
              <a:spcAft>
                <a:spcPts val="1200"/>
              </a:spcAft>
              <a:defRPr sz="2200"/>
            </a:pPr>
            <a:r>
              <a:t>5. Estimate transmission map from corrected image</a:t>
            </a:r>
          </a:p>
          <a:p>
            <a:pPr>
              <a:spcAft>
                <a:spcPts val="1200"/>
              </a:spcAft>
              <a:defRPr sz="2200"/>
            </a:pPr>
            <a:r>
              <a:t>6. Recover enhanced image using transmission</a:t>
            </a:r>
          </a:p>
          <a:p>
            <a:pPr>
              <a:spcAft>
                <a:spcPts val="1200"/>
              </a:spcAft>
              <a:defRPr sz="2200"/>
            </a:pPr>
            <a:r>
              <a:t>7. Apply final percentile adjustment</a:t>
            </a:r>
          </a:p>
          <a:p>
            <a:pPr>
              <a:spcAft>
                <a:spcPts val="1200"/>
              </a:spcAft>
              <a:defRPr sz="2200"/>
            </a:pPr>
            <a:r>
              <a:t>8. Save the enhanced output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This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Low-light images have similar characteristics to hazy images</a:t>
            </a:r>
          </a:p>
          <a:p>
            <a:pPr>
              <a:spcAft>
                <a:spcPts val="1200"/>
              </a:spcAft>
              <a:defRPr sz="2200"/>
            </a:pPr>
            <a:r>
              <a:t>By inverting the problem, we can use dehazing techniques</a:t>
            </a:r>
          </a:p>
          <a:p>
            <a:pPr>
              <a:spcAft>
                <a:spcPts val="1200"/>
              </a:spcAft>
              <a:defRPr sz="2200"/>
            </a:pPr>
            <a:r>
              <a:t>Gamma correction brightens dark areas effectively</a:t>
            </a:r>
          </a:p>
          <a:p>
            <a:pPr>
              <a:spcAft>
                <a:spcPts val="1200"/>
              </a:spcAft>
              <a:defRPr sz="2200"/>
            </a:pPr>
            <a:r>
              <a:t>Pixel-adaptive approach handles varying light conditions</a:t>
            </a:r>
          </a:p>
          <a:p>
            <a:pPr>
              <a:spcAft>
                <a:spcPts val="1200"/>
              </a:spcAft>
              <a:defRPr sz="2200"/>
            </a:pPr>
            <a:r>
              <a:t>Combines multiple color spaces (RGB, HSV, HSI concepts)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gamma_max: Controls maximum gamma correction (default: 6.0)</a:t>
            </a:r>
          </a:p>
          <a:p>
            <a:pPr>
              <a:spcAft>
                <a:spcPts val="1200"/>
              </a:spcAft>
              <a:defRPr sz="2200"/>
            </a:pPr>
            <a:r>
              <a:t>Higher values brighten darker images more aggressively</a:t>
            </a:r>
          </a:p>
          <a:p>
            <a:pPr>
              <a:spcAft>
                <a:spcPts val="1200"/>
              </a:spcAft>
              <a:defRPr sz="2200"/>
            </a:pPr>
            <a:r>
              <a:t>erosion_window: Size for dark channel calculation (15x15)</a:t>
            </a:r>
          </a:p>
          <a:p>
            <a:pPr>
              <a:spcAft>
                <a:spcPts val="1200"/>
              </a:spcAft>
              <a:defRPr sz="2200"/>
            </a:pPr>
            <a:r>
              <a:t>n_bins: Histogram bins for threshold calculation (200)</a:t>
            </a:r>
          </a:p>
          <a:p>
            <a:pPr>
              <a:spcAft>
                <a:spcPts val="1200"/>
              </a:spcAft>
              <a:defRPr sz="2200"/>
            </a:pPr>
            <a:r>
              <a:t>T_min: Minimum transmission value (0.1)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Run from command line with input and output directories</a:t>
            </a:r>
          </a:p>
          <a:p>
            <a:pPr>
              <a:spcAft>
                <a:spcPts val="1200"/>
              </a:spcAft>
              <a:defRPr sz="2200"/>
            </a:pPr>
            <a:r>
              <a:t>Optional gamma_max parameter for tuning brightness</a:t>
            </a:r>
          </a:p>
          <a:p>
            <a:pPr>
              <a:spcAft>
                <a:spcPts val="1200"/>
              </a:spcAft>
              <a:defRPr sz="2200"/>
            </a:pPr>
            <a:r>
              <a:t>Processes all common image formats (jpg, png, bmp, tiff, webp)</a:t>
            </a:r>
          </a:p>
          <a:p>
            <a:pPr>
              <a:spcAft>
                <a:spcPts val="1200"/>
              </a:spcAft>
              <a:defRPr sz="2200"/>
            </a:pPr>
            <a:r>
              <a:t>Saves enhanced images as PNG files</a:t>
            </a:r>
          </a:p>
          <a:p>
            <a:pPr>
              <a:spcAft>
                <a:spcPts val="1200"/>
              </a:spcAft>
              <a:defRPr sz="2200"/>
            </a:pPr>
            <a:r>
              <a:t>Reports processing time for each image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615</Words>
  <Application>Microsoft Macintosh PowerPoint</Application>
  <PresentationFormat>Custom</PresentationFormat>
  <Paragraphs>98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hp</cp:lastModifiedBy>
  <cp:revision>1</cp:revision>
  <dcterms:created xsi:type="dcterms:W3CDTF">2013-01-27T09:14:16Z</dcterms:created>
  <dcterms:modified xsi:type="dcterms:W3CDTF">2026-02-20T05:34:46Z</dcterms:modified>
  <cp:category/>
</cp:coreProperties>
</file>